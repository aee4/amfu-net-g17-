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3172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Ultrasound Image Enhancement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33756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Speckle Despeckling and CLAHE Feature Enhancement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Breast Ultrasound Segmentation Preprocessing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 Tweneboah Osei   |   University of Ghana — Final Year Project   |   BUSI Preprocessing for AMFU-Net Adaptation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Ultrasound Images Need Enhancement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Ultrasound is the most widely used non-invasive diagnostic imaging modality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raw B-mode frames have two persistent problems:</a:t>
            </a:r>
            <a:endParaRPr lang="en-US" sz="1500" dirty="0"/>
          </a:p>
          <a:p>
            <a:pPr marL="685800" lvl="1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contrast — histograms are skewed toward low intensities</a:t>
            </a:r>
            <a:endParaRPr lang="en-US" sz="1500" dirty="0"/>
          </a:p>
          <a:p>
            <a:pPr marL="685800" lvl="1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 speckle noise — degrades fine detail, edges, and lesion boundaries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out speckle on its own induces blurring and destroys structure that matters for diagnosis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suppress speckle, then enhance features — in that order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0" y="1737360"/>
            <a:ext cx="4416552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1737360"/>
            <a:ext cx="44165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I(x,y) = J(x,y) × N(x,y)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0" y="3063240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image = clean tissue signal × multiplicative speckle field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0" y="4023360"/>
            <a:ext cx="44165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0" y="4023360"/>
            <a:ext cx="4416552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Speckle is not additive Gaussian noise — it multiplies the underlying signal, so simple subtraction-based filters do not remove it cleanly.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Processing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651760"/>
            <a:ext cx="1815998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181599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Ultrasound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41778" y="3145536"/>
            <a:ext cx="41148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21838" y="2651760"/>
            <a:ext cx="1815998" cy="11887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21838" y="2651760"/>
            <a:ext cx="181599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Despeckling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6417" y="3145536"/>
            <a:ext cx="41148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6477" y="2651760"/>
            <a:ext cx="1815998" cy="11887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86477" y="2651760"/>
            <a:ext cx="181599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71055" y="3145536"/>
            <a:ext cx="41148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51115" y="2651760"/>
            <a:ext cx="1815998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51115" y="2651760"/>
            <a:ext cx="181599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35694" y="3145536"/>
            <a:ext cx="41148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15754" y="2651760"/>
            <a:ext cx="1815998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15754" y="2651760"/>
            <a:ext cx="181599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(MFEF + DAG)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removes multiplicative speckle noise; Stage 2 recovers and enhances local contrast and edges that speckle filtering tends to blur.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notebook pipeline outputs an enhanced single-modality image feeding directly into a segmentation backbone (see slide 12).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Speckle Despeckling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Speckle model: I = J × N   (N = multiplicative speckle field to be estimated / removed)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08676" cy="5029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40867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— Lee Filter  (default)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086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local-statistics filter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coefficient of variation: Ci = σ / μ, within a sliding window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Homogeneous regions (low Ci) → smoothed toward the local mean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edge regions (high Ci) → left mostly unchanged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data required — usable immediately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783080"/>
            <a:ext cx="5408676" cy="5029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23076" y="1783080"/>
            <a:ext cx="540867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CNN-Based  (paper's method, optional)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23076" y="2423160"/>
            <a:ext cx="54086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network: Conv+ReLU → Conv+ReLU → Conv+BN+Tanh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 estimate the multiplicative speckle field N̂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Despeckled image = I / N̂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synthetically generated speckle pairs (no real paired data needed)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as an alternative once trained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Why CLAHE, Not Plain Equalization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histogram equalization stretches contrast using the whole image — fails when the histogram is skewed, as ultrasound typically is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Histogram Equalization (AHE) equalizes small tiles independently — but over-amplifies speckle noise in flat regions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clips each tile's histogram at a limit before equalizing — local contrast is enhanced without letting noise explode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0" y="1554480"/>
            <a:ext cx="4846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50147" y="3417570"/>
            <a:ext cx="456677" cy="514350"/>
          </a:xfrm>
          <a:prstGeom prst="rect">
            <a:avLst/>
          </a:prstGeom>
          <a:solidFill>
            <a:srgbClr val="D0D0D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51038" y="3067812"/>
            <a:ext cx="456677" cy="864108"/>
          </a:xfrm>
          <a:prstGeom prst="rect">
            <a:avLst/>
          </a:prstGeom>
          <a:solidFill>
            <a:srgbClr val="D0D0D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1930" y="2656332"/>
            <a:ext cx="456677" cy="1275588"/>
          </a:xfrm>
          <a:prstGeom prst="rect">
            <a:avLst/>
          </a:prstGeom>
          <a:solidFill>
            <a:srgbClr val="D0D0D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51930" y="1977390"/>
            <a:ext cx="456677" cy="67894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52821" y="2800350"/>
            <a:ext cx="456677" cy="1131570"/>
          </a:xfrm>
          <a:prstGeom prst="rect">
            <a:avLst/>
          </a:prstGeom>
          <a:solidFill>
            <a:srgbClr val="D0D0D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53713" y="3314700"/>
            <a:ext cx="456677" cy="617220"/>
          </a:xfrm>
          <a:prstGeom prst="rect">
            <a:avLst/>
          </a:prstGeom>
          <a:solidFill>
            <a:srgbClr val="D0D0D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54604" y="3623310"/>
            <a:ext cx="456677" cy="308610"/>
          </a:xfrm>
          <a:prstGeom prst="rect">
            <a:avLst/>
          </a:prstGeom>
          <a:solidFill>
            <a:srgbClr val="D0D0D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55496" y="2656332"/>
            <a:ext cx="456677" cy="1275588"/>
          </a:xfrm>
          <a:prstGeom prst="rect">
            <a:avLst/>
          </a:prstGeom>
          <a:solidFill>
            <a:srgbClr val="D0D0D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55496" y="2532888"/>
            <a:ext cx="456677" cy="1234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78040" y="2656332"/>
            <a:ext cx="4206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87000" y="23637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limit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0" y="44348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above the clip limit is redistributed across the tile's histogram bins before the transform is computed.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207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histogram (schematic)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Tile Sizing via Image Entropy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120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1206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− Σ pk log2(pk),   k = 0..255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120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1206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(M − Emax) e^(−λE) + Emax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entropy (detailed, textured frame) → small tiles (~8×8 px) for fine local adaptation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entropy (near-uniform frame) → tiles up to M/2, avoiding unnecessary local processing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0.7, Emax = 8 bits — pipeline defaults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95160" y="173736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96328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95160" y="1938528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97496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95160" y="2139696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98664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95160" y="2340864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99832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2542032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01000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2743200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02168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2944368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03336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95160" y="3145536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04504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95160" y="3346704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805672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5160" y="3547872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3858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entropy →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tile grid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09760" y="173736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180320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0" y="2407920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850880" y="1737360"/>
            <a:ext cx="0" cy="201168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0" y="3078480"/>
            <a:ext cx="201168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09760" y="3858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entropy →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tile grid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Distributions and Interpolation Kernels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08676" cy="5029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0867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Target Histogram Shapes (per tile)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086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— classic histogram equalization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Rayleigh — out = α√(2 ln(1/(1−cdf)))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— out = −α ln(1−cdf)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limit controls aggressiveness: too high → oversaturated; too low → flat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23076" y="1463040"/>
            <a:ext cx="5408676" cy="5029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23076" y="1463040"/>
            <a:ext cx="540867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Interpolation Kernels (blend tiles)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23076" y="2103120"/>
            <a:ext cx="54086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Bilinear — nearest 2×2 tiles, linear weights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Cubic — 4×4 tile neighborhood, smoother transitions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Lanczos-3 — 6×6 tile neighborhood, sharper detail preservation</a:t>
            </a:r>
            <a:endParaRPr lang="en-US" sz="135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distributions × 3 kernels = 9 combinations evaluated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5074920"/>
            <a:ext cx="11274552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5074920"/>
            <a:ext cx="11274552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default — Rayleigh distribution + Lanczos-3 interpolation, clip limit ≈ 0.01 (see next slide for why)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Rayleigh + Lanczos-3 Performs Best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74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Rayleigh statistics naturally model the amplitude distribution of fully-developed ultrasound speckle — matching the target shape to the tissue's underlying physics avoids an artificial-looking contrast stretch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 clip limit (≈ 0.01) keeps the transform close to identity in flat regions, enhancing contrast mainly where local structure already exists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Lanczos-3's wider support and sharper roll-off blends neighboring tile transforms with less block artifact than bilinear or cubic interpolation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by both radiologist subjective scoring (highest among 9 combinations) and objective SSIM / EPI / UQI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Enhancement Quality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2926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Measures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PSNR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Pixel-level fidelity vs. a reference frame (decibels)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is better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SSIM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similarity — luminance, contrast, structure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to 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preservation index — how well edges survive processing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to 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UQI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contrast, luminance, and correlation distortion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to 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metrics are used in the comparative analysis (Section 7 of the accompanying notebook) to score the 9 CLAHE distribution × interpolation combinations.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BUSI (Breast Ultrasound Images)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~780 breast ultrasound images from 600 female patients, collected in 2018 at Baheya Hospital, Cairo, Egypt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classes: normal, benign, malignant — each image paired with an expert-annotated ground-truth segmentation mask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widely used public benchmark for breast ultrasound segmentation research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used here:</a:t>
            </a:r>
            <a:endParaRPr lang="en-US" sz="1500" dirty="0"/>
          </a:p>
          <a:p>
            <a:pPr marL="685800" lvl="1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masks are needed to train and evaluate the downstream segmentation network</a:t>
            </a:r>
            <a:endParaRPr lang="en-US" sz="1500" dirty="0"/>
          </a:p>
          <a:p>
            <a:pPr marL="685800" lvl="1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clinical speckle and contrast characteristics — a genuine testbed for this preprocessing pipeline</a:t>
            </a:r>
            <a:endParaRPr lang="en-US" sz="1500" dirty="0"/>
          </a:p>
          <a:p>
            <a:pPr marL="685800" lvl="1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limitation: prior audits report image/annotation quality issues in a meaningful share of the set (roughly 40%), so a cleaning pass precedes use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Fits — Preprocessing for AMFU-Net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1852574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85257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8354" y="2688336"/>
            <a:ext cx="36576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12694" y="2194560"/>
            <a:ext cx="1852574" cy="11887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12694" y="2194560"/>
            <a:ext cx="185257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Despeckle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(this pipeline)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33849" y="2688336"/>
            <a:ext cx="36576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68189" y="2194560"/>
            <a:ext cx="1852574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8189" y="2194560"/>
            <a:ext cx="185257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Single-Channel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89343" y="2688336"/>
            <a:ext cx="36576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23683" y="2194560"/>
            <a:ext cx="1852574" cy="1188720"/>
          </a:xfrm>
          <a:prstGeom prst="rect">
            <a:avLst/>
          </a:prstGeom>
          <a:solidFill>
            <a:srgbClr val="D0D0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23683" y="2194560"/>
            <a:ext cx="185257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MFEF + DAG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444838" y="2688336"/>
            <a:ext cx="365760" cy="201168"/>
          </a:xfrm>
          <a:prstGeom prst="rightArrow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879178" y="2194560"/>
            <a:ext cx="1852574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9178" y="2194560"/>
            <a:ext cx="1852574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original dual-modality fusion stage of AMFU-Net with single-modality despeckling + CLAHE preprocessing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directly into the unchanged MFEF (multi-scale feature extraction and fusion) + DAG segmentation backbone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pipeline: despeckle (Lee filter / CNN) → CLAHE (entropy tile sizing + Rayleigh distribution + Lanczos-3 interpolation)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speckle noise while enhancing diagnostically relevant contrast and edges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 on synthetic data; BUSI selected for real-data evaluation and downstream segmentation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directly into the AMFU-Net-based segmentation pipeline as the single-modality preprocessing stage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clean the BUSI subset, run the 9-combination comparative analysis on real frames, and integration-test with the MFEF + DAG backbone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1131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Agbetor Emmanuel Eyram Korku</cp:lastModifiedBy>
  <cp:revision>2</cp:revision>
  <dcterms:created xsi:type="dcterms:W3CDTF">2026-07-17T13:18:34Z</dcterms:created>
  <dcterms:modified xsi:type="dcterms:W3CDTF">2026-07-17T13:23:50Z</dcterms:modified>
</cp:coreProperties>
</file>